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142da85544a64" /><Relationship Type="http://schemas.openxmlformats.org/officeDocument/2006/relationships/extended-properties" Target="/docProps/app.xml" Id="Ra00a4901a2ce4f45" /><Relationship Type="http://schemas.openxmlformats.org/officeDocument/2006/relationships/officeDocument" Target="/ppt/presentation.xml" Id="Re7480a7301f44b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165d38b8294563"/>
  </p:sldMasterIdLst>
  <p:notesMasterIdLst>
    <p:notesMasterId xmlns:r="http://schemas.openxmlformats.org/officeDocument/2006/relationships" r:id="Re19ffcb66f2745d1"/>
  </p:notesMasterIdLst>
  <p:sldIdLst>
    <p:sldId xmlns:r="http://schemas.openxmlformats.org/officeDocument/2006/relationships" id="256" r:id="Rda0d4c756ec14007"/>
    <p:sldId xmlns:r="http://schemas.openxmlformats.org/officeDocument/2006/relationships" id="257" r:id="Ra59251926b614c1a"/>
    <p:sldId xmlns:r="http://schemas.openxmlformats.org/officeDocument/2006/relationships" id="258" r:id="Rfc8f363cc9ae405a"/>
    <p:sldId xmlns:r="http://schemas.openxmlformats.org/officeDocument/2006/relationships" id="259" r:id="Rb933a3a920454c42"/>
    <p:sldId xmlns:r="http://schemas.openxmlformats.org/officeDocument/2006/relationships" id="260" r:id="R4621f1816f754810"/>
    <p:sldId xmlns:r="http://schemas.openxmlformats.org/officeDocument/2006/relationships" id="261" r:id="R2baa3c0b07794363"/>
    <p:sldId xmlns:r="http://schemas.openxmlformats.org/officeDocument/2006/relationships" id="262" r:id="Rf0df01cfb92244f5"/>
    <p:sldId xmlns:r="http://schemas.openxmlformats.org/officeDocument/2006/relationships" id="263" r:id="R6066b3db4fe14e4f"/>
    <p:sldId xmlns:r="http://schemas.openxmlformats.org/officeDocument/2006/relationships" id="264" r:id="R9ac450dae267433f"/>
    <p:sldId xmlns:r="http://schemas.openxmlformats.org/officeDocument/2006/relationships" id="265" r:id="R373a2ac2244d4339"/>
    <p:sldId xmlns:r="http://schemas.openxmlformats.org/officeDocument/2006/relationships" id="266" r:id="R9f0bccc2c28e4dba"/>
    <p:sldId xmlns:r="http://schemas.openxmlformats.org/officeDocument/2006/relationships" id="267" r:id="R56ca6f65e0194243"/>
    <p:sldId xmlns:r="http://schemas.openxmlformats.org/officeDocument/2006/relationships" id="268" r:id="R93c6dbf437c94537"/>
    <p:sldId xmlns:r="http://schemas.openxmlformats.org/officeDocument/2006/relationships" id="269" r:id="R3332fb18e8e64849"/>
    <p:sldId xmlns:r="http://schemas.openxmlformats.org/officeDocument/2006/relationships" id="270" r:id="Rb02bae4b5d6542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65d38b8294563" /><Relationship Type="http://schemas.openxmlformats.org/officeDocument/2006/relationships/theme" Target="/ppt/theme/theme1.xml" Id="R9ba446726f5e4a69" /><Relationship Type="http://schemas.openxmlformats.org/officeDocument/2006/relationships/notesMaster" Target="/ppt/notesMasters/notesMaster1.xml" Id="Re19ffcb66f2745d1" /><Relationship Type="http://schemas.openxmlformats.org/officeDocument/2006/relationships/presProps" Target="/ppt/presProps.xml" Id="R036cdde45efa408a" /><Relationship Type="http://schemas.openxmlformats.org/officeDocument/2006/relationships/viewProps" Target="/ppt/viewProps.xml" Id="R7804ab2a1b9240d0" /><Relationship Type="http://schemas.openxmlformats.org/officeDocument/2006/relationships/tableStyles" Target="/ppt/tableStyles.xml" Id="R49c443a6affa43f6" /><Relationship Type="http://schemas.openxmlformats.org/officeDocument/2006/relationships/slide" Target="/ppt/slides/slide1.xml" Id="Rda0d4c756ec14007" /><Relationship Type="http://schemas.openxmlformats.org/officeDocument/2006/relationships/slide" Target="/ppt/slides/slide2.xml" Id="Ra59251926b614c1a" /><Relationship Type="http://schemas.openxmlformats.org/officeDocument/2006/relationships/slide" Target="/ppt/slides/slide3.xml" Id="Rfc8f363cc9ae405a" /><Relationship Type="http://schemas.openxmlformats.org/officeDocument/2006/relationships/slide" Target="/ppt/slides/slide4.xml" Id="Rb933a3a920454c42" /><Relationship Type="http://schemas.openxmlformats.org/officeDocument/2006/relationships/slide" Target="/ppt/slides/slide5.xml" Id="R4621f1816f754810" /><Relationship Type="http://schemas.openxmlformats.org/officeDocument/2006/relationships/slide" Target="/ppt/slides/slide6.xml" Id="R2baa3c0b07794363" /><Relationship Type="http://schemas.openxmlformats.org/officeDocument/2006/relationships/slide" Target="/ppt/slides/slide7.xml" Id="Rf0df01cfb92244f5" /><Relationship Type="http://schemas.openxmlformats.org/officeDocument/2006/relationships/slide" Target="/ppt/slides/slide8.xml" Id="R6066b3db4fe14e4f" /><Relationship Type="http://schemas.openxmlformats.org/officeDocument/2006/relationships/slide" Target="/ppt/slides/slide9.xml" Id="R9ac450dae267433f" /><Relationship Type="http://schemas.openxmlformats.org/officeDocument/2006/relationships/slide" Target="/ppt/slides/slide10.xml" Id="R373a2ac2244d4339" /><Relationship Type="http://schemas.openxmlformats.org/officeDocument/2006/relationships/slide" Target="/ppt/slides/slide11.xml" Id="R9f0bccc2c28e4dba" /><Relationship Type="http://schemas.openxmlformats.org/officeDocument/2006/relationships/slide" Target="/ppt/slides/slide12.xml" Id="R56ca6f65e0194243" /><Relationship Type="http://schemas.openxmlformats.org/officeDocument/2006/relationships/slide" Target="/ppt/slides/slide13.xml" Id="R93c6dbf437c94537" /><Relationship Type="http://schemas.openxmlformats.org/officeDocument/2006/relationships/slide" Target="/ppt/slides/slide14.xml" Id="R3332fb18e8e64849" /><Relationship Type="http://schemas.openxmlformats.org/officeDocument/2006/relationships/slide" Target="/ppt/slides/slide15.xml" Id="Rb02bae4b5d6542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1d4247c200442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44bf39bbf8440d" /><Relationship Type="http://schemas.openxmlformats.org/officeDocument/2006/relationships/notesMaster" Target="/ppt/notesMasters/notesMaster1.xml" Id="R61a8cb28358f44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8995be9dd94f79" /><Relationship Type="http://schemas.openxmlformats.org/officeDocument/2006/relationships/notesMaster" Target="/ppt/notesMasters/notesMaster1.xml" Id="Rcb020d02a8e047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c0af42035645a7" /><Relationship Type="http://schemas.openxmlformats.org/officeDocument/2006/relationships/notesMaster" Target="/ppt/notesMasters/notesMaster1.xml" Id="R4813b663b1904f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b1526c213b4374" /><Relationship Type="http://schemas.openxmlformats.org/officeDocument/2006/relationships/notesMaster" Target="/ppt/notesMasters/notesMaster1.xml" Id="R91d8382e981145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a884bd163a4eae" /><Relationship Type="http://schemas.openxmlformats.org/officeDocument/2006/relationships/notesMaster" Target="/ppt/notesMasters/notesMaster1.xml" Id="R3abd418d075446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f259ec098e41ed" /><Relationship Type="http://schemas.openxmlformats.org/officeDocument/2006/relationships/notesMaster" Target="/ppt/notesMasters/notesMaster1.xml" Id="R33155fe3fbfc4d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514f9fc5414346" /><Relationship Type="http://schemas.openxmlformats.org/officeDocument/2006/relationships/notesMaster" Target="/ppt/notesMasters/notesMaster1.xml" Id="Rcf9270b422384b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efa7b09113470a" /><Relationship Type="http://schemas.openxmlformats.org/officeDocument/2006/relationships/notesMaster" Target="/ppt/notesMasters/notesMaster1.xml" Id="Rb3a1327cb4ac40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b8cb37089e4e24" /><Relationship Type="http://schemas.openxmlformats.org/officeDocument/2006/relationships/notesMaster" Target="/ppt/notesMasters/notesMaster1.xml" Id="Rd62ba14820d149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627c4ad205438b" /><Relationship Type="http://schemas.openxmlformats.org/officeDocument/2006/relationships/notesMaster" Target="/ppt/notesMasters/notesMaster1.xml" Id="R845a1553619e4c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80617886ad4218" /><Relationship Type="http://schemas.openxmlformats.org/officeDocument/2006/relationships/notesMaster" Target="/ppt/notesMasters/notesMaster1.xml" Id="R66e1712e458e41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56d019815e450a" /><Relationship Type="http://schemas.openxmlformats.org/officeDocument/2006/relationships/notesMaster" Target="/ppt/notesMasters/notesMaster1.xml" Id="R840fd7eda8ab4f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b4e138aa7d44fe" /><Relationship Type="http://schemas.openxmlformats.org/officeDocument/2006/relationships/notesMaster" Target="/ppt/notesMasters/notesMaster1.xml" Id="R1166727f6dc947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4b04ce68184e90" /><Relationship Type="http://schemas.openxmlformats.org/officeDocument/2006/relationships/notesMaster" Target="/ppt/notesMasters/notesMaster1.xml" Id="Re31fac06689a41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325129add34023" /><Relationship Type="http://schemas.openxmlformats.org/officeDocument/2006/relationships/notesMaster" Target="/ppt/notesMasters/notesMaster1.xml" Id="Rfc854478b50a4d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93c5322574e3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916C5CC-5B52-466F-9A64-8D134395B3E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7F62A3D-FB76-45EA-B6B3-A51B3B2717C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D6B0F6-C2A1-4B5D-BA10-BC8330A1EB4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876A7E-6347-4BB6-B852-145C4FFBFDD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b739704707b49dd" /><Relationship Type="http://schemas.openxmlformats.org/officeDocument/2006/relationships/slideLayout" Target="/ppt/slideLayouts/slideLayout2.xml" Id="R5a9c9c6d21d340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B8F6A7-7131-45F7-82B3-128EE9C3245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9c9c6d21d340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8c27edd5b4e19" /><Relationship Type="http://schemas.openxmlformats.org/officeDocument/2006/relationships/notesSlide" Target="/ppt/notesSlides/notesSlide1.xml" Id="R560795f753bd49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d9337eaeff4e76" /><Relationship Type="http://schemas.openxmlformats.org/officeDocument/2006/relationships/notesSlide" Target="/ppt/notesSlides/notesSlide2.xml" Id="R47f4daf0f3b542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d15060b1be4be5" /><Relationship Type="http://schemas.openxmlformats.org/officeDocument/2006/relationships/notesSlide" Target="/ppt/notesSlides/notesSlide3.xml" Id="Rb1b5ac1dcd214c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1e7b37508d4028" /><Relationship Type="http://schemas.openxmlformats.org/officeDocument/2006/relationships/notesSlide" Target="/ppt/notesSlides/notesSlide4.xml" Id="R30286b9663c241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e4176289d24235" /><Relationship Type="http://schemas.openxmlformats.org/officeDocument/2006/relationships/notesSlide" Target="/ppt/notesSlides/notesSlide5.xml" Id="R93cf9c74dc194c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7bd4f9f479445d" /><Relationship Type="http://schemas.openxmlformats.org/officeDocument/2006/relationships/notesSlide" Target="/ppt/notesSlides/notesSlide6.xml" Id="R39dc7561f50b4a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841722c8fa4f20" /><Relationship Type="http://schemas.openxmlformats.org/officeDocument/2006/relationships/notesSlide" Target="/ppt/notesSlides/notesSlide7.xml" Id="R5cf183b2f1fe40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a49349794c45ad" /><Relationship Type="http://schemas.openxmlformats.org/officeDocument/2006/relationships/notesSlide" Target="/ppt/notesSlides/notesSlide8.xml" Id="R525d00ca6df742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33e4b2a8164f7b" /><Relationship Type="http://schemas.openxmlformats.org/officeDocument/2006/relationships/notesSlide" Target="/ppt/notesSlides/notesSlide9.xml" Id="R2709fd70b8054f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463c39c38f43c9" /><Relationship Type="http://schemas.openxmlformats.org/officeDocument/2006/relationships/notesSlide" Target="/ppt/notesSlides/notesSlide10.xml" Id="R68c563107b3846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9b204447e74924" /><Relationship Type="http://schemas.openxmlformats.org/officeDocument/2006/relationships/chart" Target="/ppt/slides/charts/chart1.xml" Id="Rd56f07b049f04e80" /><Relationship Type="http://schemas.openxmlformats.org/officeDocument/2006/relationships/notesSlide" Target="/ppt/notesSlides/notesSlide11.xml" Id="R7eed3941bc5b46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79b938d1474c06" /><Relationship Type="http://schemas.openxmlformats.org/officeDocument/2006/relationships/notesSlide" Target="/ppt/notesSlides/notesSlide12.xml" Id="R0dae7b9bf6b34c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5fb38a27304871" /><Relationship Type="http://schemas.openxmlformats.org/officeDocument/2006/relationships/notesSlide" Target="/ppt/notesSlides/notesSlide13.xml" Id="Rbae8746465dc4c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882e2045c04993" /><Relationship Type="http://schemas.openxmlformats.org/officeDocument/2006/relationships/notesSlide" Target="/ppt/notesSlides/notesSlide14.xml" Id="R618c70ad1e7b46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aa2452d1f54c35" /><Relationship Type="http://schemas.openxmlformats.org/officeDocument/2006/relationships/notesSlide" Target="/ppt/notesSlides/notesSlide15.xml" Id="R5b3a33b8725e46f4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23F6B"/>
                </a:solidFill>
                <a:latin typeface="Calibri"/>
                <a:ea typeface="Calibri"/>
                <a:cs typeface="Calibri"/>
              </a:rPr>
              <a:t>Current Test Status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23F6B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2E8BC0"/>
            </a:solidFill>
          </c:spPr>
          <c:cat>
            <c:strLit>
              <c:ptCount val="3"/>
              <c:pt idx="0">
                <c:v>Pass</c:v>
              </c:pt>
              <c:pt idx="1">
                <c:v>Fail</c:v>
              </c:pt>
              <c:pt idx="2">
                <c:v>Not Run</c:v>
              </c:pt>
            </c:strLit>
          </c:cat>
          <c:val>
            <c:numLit>
              <c:formatCode/>
              <c:ptCount val="3"/>
              <c:pt idx="0">
                <c:v>4</c:v>
              </c:pt>
              <c:pt idx="1">
                <c:v>1</c:v>
              </c:pt>
              <c:pt idx="2">
                <c:v>10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F9AFB-8D6A-4439-8138-F2C883A8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Hospital Orientation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387CA-F5B7-472B-BE60-130CCD3F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38200"/>
            <a:ext cx="1123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335B80"/>
                </a:solidFill>
              </a:rPr>
              <a:t>With Automated Software Testing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A5C17-1345-469F-9C07-77855CF3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Full-stack student project for hospital process orientation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02272-6442-4CE5-8DDB-4E9DA7F4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Includes login flow, dashboard, and backend APIs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9BD09-02B7-4793-99A5-8757564A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Automated testing done with Selenium and Newman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1EEA4-358D-47F4-8C30-372D2588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Central dashboard shows pass/fail and execution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E73A8-EA85-4C1F-98B9-6518C3A9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Designed for simple local setup and viva explanation</a:t>
            </a:r>
          </a:p>
        </p:txBody>
      </p:sp>
    </p:spTree>
    <p:extLst>
      <p:ext uri="{BB962C8B-B14F-4D97-AF65-F5344CB8AC3E}">
        <p14:creationId xmlns:p14="http://schemas.microsoft.com/office/powerpoint/2010/main" val="1394714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1F632-5C08-47AF-A2B8-FFA1C0EC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Problem Statement and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C2106-1A1F-41DD-B689-7222B556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Hospitals need a clear onboarding/orientation process for system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67B23-5585-4A32-A016-8C0488CA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Manual testing alone is slow and error-prone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142AD-F646-4760-8AC0-D2F644B6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Goal: create a simple app plus automated validation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563ED-A844-41C7-AED8-6CFA8981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Store execution results in MySQL and visualize in one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A80CE-1290-4B72-9EF4-002AED7D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Outcome: faster feedback, better traceability, better demo readiness</a:t>
            </a:r>
          </a:p>
        </p:txBody>
      </p:sp>
    </p:spTree>
    <p:extLst>
      <p:ext uri="{BB962C8B-B14F-4D97-AF65-F5344CB8AC3E}">
        <p14:creationId xmlns:p14="http://schemas.microsoft.com/office/powerpoint/2010/main" val="408524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03713-7998-4B37-9D13-8DF2B5B5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Technology Stack and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2B95D-2D73-422B-A063-259291B9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Frontend: HTML, CSS, JavaScript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3194B-B06C-4CAC-AC78-33DFE573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Backend: Node.js + Express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285BB-B085-45BF-BF38-1DB5560C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Database: 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0C7D0-44F1-4424-AA8E-9E4AE53F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UI Automation: Selenium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EE2DF-FD49-46CF-A146-C1AF062F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API Automation: Postman + Newman</a:t>
            </a:r>
          </a:p>
        </p:txBody>
      </p:sp>
    </p:spTree>
    <p:extLst>
      <p:ext uri="{BB962C8B-B14F-4D97-AF65-F5344CB8AC3E}">
        <p14:creationId xmlns:p14="http://schemas.microsoft.com/office/powerpoint/2010/main" val="1793941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16EFB-2A85-494B-9F0B-820C0B87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DB31D-56B2-44A2-8132-32103A78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User interacts with Login UI and Dashboard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6106D-3480-418D-8FA9-73B72FC8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Frontend sends API requests to Express 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13E8B-F0B7-43A1-AA4F-EF226369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Backend validates and reads/writes MySQL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39A72-D724-47E0-AD7C-7569FA4A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Selenium runs UI tests and pushes results to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04E4D-FBF6-4150-8BC3-5F9057AF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Newman runs API tests and pushes results to backend</a:t>
            </a:r>
          </a:p>
        </p:txBody>
      </p:sp>
    </p:spTree>
    <p:extLst>
      <p:ext uri="{BB962C8B-B14F-4D97-AF65-F5344CB8AC3E}">
        <p14:creationId xmlns:p14="http://schemas.microsoft.com/office/powerpoint/2010/main" val="841922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8B480-78F4-4B0F-A713-47D364D9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Database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724EF-768F-48FC-B0BC-32B76983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TestCases table: test scenario title, steps, expected/actual result,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844BA-2C85-480F-B1F0-27BAE907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TestRuns table: stores each run with result and execution timestamp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4EF0A-DC67-4850-B7BE-2F6E72EA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Bugs table: tracks issues with severity and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04412-FECD-497D-B2AD-0C49AB5A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Appointments table: stores booking records used for API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CBE0F-55BA-471B-A0A0-BB34D460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Relational keys link test runs and bugs back to test cases</a:t>
            </a:r>
          </a:p>
        </p:txBody>
      </p:sp>
    </p:spTree>
    <p:extLst>
      <p:ext uri="{BB962C8B-B14F-4D97-AF65-F5344CB8AC3E}">
        <p14:creationId xmlns:p14="http://schemas.microsoft.com/office/powerpoint/2010/main" val="1187845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C5A05-03D8-4400-BFC7-6E3D6704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Core Backend APIs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17B39-921E-41A7-9D0F-AAE11D49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POST /api/auth/login -&gt; validates email and password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AB65A-0010-4A60-99E7-ACCD5CF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POST /api/appointments -&gt; books appointment with required 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4BC1B-1F3A-4E27-A99C-8CC49016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GET /api/testcases -&gt; fetches test case list for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932D8-68FE-46A9-8E45-917FB4C3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POST /api/run-test -&gt; records pass/fail result for a test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FA20D-19C0-4DE4-8758-29F6055C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GET /api/reports -&gt; returns summary metrics and severity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1074099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81ED3-DC3C-4530-ABB6-E2522BC0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Frontend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E5F64-38D5-4D2B-862C-17A6279A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Step 1: User opens login page and submits credentials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AF850-3123-493B-BDFD-2AC40DDB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Step 2: Frontend calls /api/auth/login and handles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4195F-FA1A-4DF9-9B5D-6467DCF5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Step 3: On success, user navigates to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3A243-88C4-4356-AF3C-0B908D95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Step 4: Dashboard calls APIs to load test cases and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7C5E8-ED4C-48AA-8593-281A8AC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Step 5: UI displays total tests, passed, failed, and bug stats</a:t>
            </a:r>
          </a:p>
        </p:txBody>
      </p:sp>
    </p:spTree>
    <p:extLst>
      <p:ext uri="{BB962C8B-B14F-4D97-AF65-F5344CB8AC3E}">
        <p14:creationId xmlns:p14="http://schemas.microsoft.com/office/powerpoint/2010/main" val="1870306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C09D3-DA1B-4C86-9DE6-97D50164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Selenium UI Automation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A6783-6867-4309-9842-81331DDC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Selenium opens browser and navigates to app URL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F35D5-19AD-4B43-8B12-A717CAF1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Runs login scenario and UI smoke validations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56150-D7DD-449B-AAB9-B5CDAF29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Captures actual behavior from visible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196A1-D4EE-4334-852F-261BBB27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Compares outcome against expected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8E3C4-86B2-4494-B676-A35FF412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Sends pass/fail result to backend for persistence</a:t>
            </a:r>
          </a:p>
        </p:txBody>
      </p:sp>
    </p:spTree>
    <p:extLst>
      <p:ext uri="{BB962C8B-B14F-4D97-AF65-F5344CB8AC3E}">
        <p14:creationId xmlns:p14="http://schemas.microsoft.com/office/powerpoint/2010/main" val="1866700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A08BF-1864-4201-95FF-533CF6BB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Postman + Newman API Automation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F988F-8C04-4933-99B2-DB87D81D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Collection covers login and appointment APIs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1445D-F89A-42A8-9455-FA0C85A5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Assertions verify status code and response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381E7-9CA6-4FB8-9C0A-C01FB5AA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Newman runs collection from command line for repeatability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AB53A-8527-436A-B619-EC93F2B6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Execution is fast and useful for CI-style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534A5-ED58-4201-8452-54F8D4C2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Results can be mapped to dashboard metrics and run history</a:t>
            </a:r>
          </a:p>
        </p:txBody>
      </p:sp>
    </p:spTree>
    <p:extLst>
      <p:ext uri="{BB962C8B-B14F-4D97-AF65-F5344CB8AC3E}">
        <p14:creationId xmlns:p14="http://schemas.microsoft.com/office/powerpoint/2010/main" val="4978604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90034-9919-439E-AE8B-2BA11006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Test Case Specifications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E1696-A49C-4016-B3A3-6CA34578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- 15 test cases defined with objective, input, and expected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AF6F4-1AE8-4BB4-9EC6-9E4D5F13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Coverage includes valid, invalid, empty, and edge scenarios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2EF53-968A-430E-82BD-10078DCB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API validation checks missing fields and unknown user 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A8E03-41F0-4A49-AF33-3C9FD7EF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UI checks include login flow and whitespace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5FD59-6EC4-4D95-AA59-0873A4C2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Performance case tracks reports API behavior under load</a:t>
            </a:r>
          </a:p>
        </p:txBody>
      </p:sp>
    </p:spTree>
    <p:extLst>
      <p:ext uri="{BB962C8B-B14F-4D97-AF65-F5344CB8AC3E}">
        <p14:creationId xmlns:p14="http://schemas.microsoft.com/office/powerpoint/2010/main" val="17900846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1B56E-7764-4921-9AAD-5F5B9406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Coverage Snapshot (Seeded Cases)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DCB6F-6299-43E1-9A6B-4F5E5976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Current DB snapshot from seeded and executed runs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1143000" y="1809750"/>
          <a:ext xmlns:a="http://schemas.openxmlformats.org/drawingml/2006/main" cx="9906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6f07b049f04e80"/>
          </a:graphicData>
        </a:graphic>
      </p:graphicFrame>
    </p:spTree>
    <p:extLst>
      <p:ext uri="{BB962C8B-B14F-4D97-AF65-F5344CB8AC3E}">
        <p14:creationId xmlns:p14="http://schemas.microsoft.com/office/powerpoint/2010/main" val="1451913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7A149-BDC2-487A-94D3-A6A2CE02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End-to-End Execution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AC26B-BEDD-4970-B206-6F53AA82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- 1. Configure .env with DB credentials and start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D6BF6-65D4-4D1F-ACA4-BEA8452B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- 2. Run setup-db.bat and setup-seed.bat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6CB04-F345-451B-9DBC-D42B24E1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- 3. Start backend (port 5000) and frontend (port 5173)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B1EEE-0EF4-4D9A-9D17-57044EF7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- 4. Run Newman collection and Selenium 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AC4F1-7C37-420C-B052-CEF89F57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- 5. Open dashboard to view updated summary and test records</a:t>
            </a:r>
          </a:p>
        </p:txBody>
      </p:sp>
    </p:spTree>
    <p:extLst>
      <p:ext uri="{BB962C8B-B14F-4D97-AF65-F5344CB8AC3E}">
        <p14:creationId xmlns:p14="http://schemas.microsoft.com/office/powerpoint/2010/main" val="13187611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C9902-80A0-47A6-B9B5-F23ED054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Key Learnings and Viva Talking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27FA3-A88D-40E0-9825-F379DAA5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How frontend, backend, DB, and testing layers integrate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361AB-0EA5-4E1B-A0C7-0413CBEB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Why automated tests improve consistency and confidence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23A2D-8216-47EC-B39C-BA528809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How API contract validation prevents regressions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249F1-3BB7-46C7-9FC4-FAB7DCD2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How database-backed reporting helps auditability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276F9-14EF-43FF-90A4-09358722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How this project can be extended for CI/CD pipelines</a:t>
            </a:r>
          </a:p>
        </p:txBody>
      </p:sp>
    </p:spTree>
    <p:extLst>
      <p:ext uri="{BB962C8B-B14F-4D97-AF65-F5344CB8AC3E}">
        <p14:creationId xmlns:p14="http://schemas.microsoft.com/office/powerpoint/2010/main" val="20843312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28656-A9E4-4298-BDDC-5B18CF8B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Limitations and Future Enhancements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A62A3-8F66-47C5-A676-CAACB4D3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Current auth uses basic credential check (no JWT/session hardening)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E5B91-F1AB-48BC-9593-800AA8DA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UI is intentionally simple for student project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81154-B249-4E5D-9B35-3B1EC58C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Add role-based access and stronger security validations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8CB33-2C84-479A-A54A-41CF794C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Integrate Jenkins/GitHub Actions for automatic nightly 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25DF0-9521-41CF-9368-D22585C9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Add richer analytics: trend graphs, flaky test detection, export reports</a:t>
            </a:r>
          </a:p>
        </p:txBody>
      </p:sp>
    </p:spTree>
    <p:extLst>
      <p:ext uri="{BB962C8B-B14F-4D97-AF65-F5344CB8AC3E}">
        <p14:creationId xmlns:p14="http://schemas.microsoft.com/office/powerpoint/2010/main" val="9214064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9ABC-834C-4751-BDEB-7F5763928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07B5E-D43D-4DFC-829E-FAFBC544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3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23F6B"/>
                </a:solidFill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D7F08-0A83-41EA-863E-B4BF15E1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Project demonstrates complete QA-oriented full-stack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F2791-D987-4D21-8B05-0FD3D444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Ready for viva: architecture, implementation, testing, and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D1456-6462-48B1-8AEA-2E344EC1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2B3F"/>
                </a:solidFill>
              </a:rPr>
              <a:t>- Questions and feedback are welcome</a:t>
            </a:r>
          </a:p>
        </p:txBody>
      </p:sp>
    </p:spTree>
    <p:extLst>
      <p:ext uri="{BB962C8B-B14F-4D97-AF65-F5344CB8AC3E}">
        <p14:creationId xmlns:p14="http://schemas.microsoft.com/office/powerpoint/2010/main" val="121653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2026-04-22T11:02:37.5030000Z</dcterms:created>
  <dcterms:modified xsi:type="dcterms:W3CDTF">2026-04-22T11:02:37.5030000Z</dcterms:modified>
</coreProperties>
</file>